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889A8-3036-4C35-A1E1-38ED181EC27D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E46A2-4AF0-46A6-979B-3399237869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0139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889A8-3036-4C35-A1E1-38ED181EC27D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E46A2-4AF0-46A6-979B-3399237869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0203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889A8-3036-4C35-A1E1-38ED181EC27D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E46A2-4AF0-46A6-979B-3399237869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8007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889A8-3036-4C35-A1E1-38ED181EC27D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E46A2-4AF0-46A6-979B-3399237869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626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889A8-3036-4C35-A1E1-38ED181EC27D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E46A2-4AF0-46A6-979B-3399237869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4192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889A8-3036-4C35-A1E1-38ED181EC27D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E46A2-4AF0-46A6-979B-3399237869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753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889A8-3036-4C35-A1E1-38ED181EC27D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E46A2-4AF0-46A6-979B-3399237869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1952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889A8-3036-4C35-A1E1-38ED181EC27D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E46A2-4AF0-46A6-979B-3399237869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1746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889A8-3036-4C35-A1E1-38ED181EC27D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E46A2-4AF0-46A6-979B-3399237869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475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889A8-3036-4C35-A1E1-38ED181EC27D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E46A2-4AF0-46A6-979B-3399237869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93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889A8-3036-4C35-A1E1-38ED181EC27D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E46A2-4AF0-46A6-979B-3399237869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1475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F889A8-3036-4C35-A1E1-38ED181EC27D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5E46A2-4AF0-46A6-979B-3399237869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60111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76FDBBD-5308-36A5-037A-20455D8372D5}"/>
              </a:ext>
            </a:extLst>
          </p:cNvPr>
          <p:cNvSpPr txBox="1"/>
          <p:nvPr/>
        </p:nvSpPr>
        <p:spPr>
          <a:xfrm>
            <a:off x="327804" y="638355"/>
            <a:ext cx="87558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Choose Windows 10 setup (64-bit) or Windows 10 setup(32-bit). Press </a:t>
            </a:r>
            <a:r>
              <a:rPr lang="en-US" b="1" dirty="0"/>
              <a:t>ENTER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931756D-BD68-0EC4-5C7E-7D1E69120B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1802" y="1098693"/>
            <a:ext cx="6801799" cy="5229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95619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0FC6FC8-4B30-B9DF-72C5-3A43D8737A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2626" y="647312"/>
            <a:ext cx="7506748" cy="5563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2700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B4EA0C7-390E-B137-8EBC-8E566D2B1F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0515" y="1304301"/>
            <a:ext cx="6849431" cy="50775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9FD402D-6C54-33F5-8F3B-3A534360B819}"/>
              </a:ext>
            </a:extLst>
          </p:cNvPr>
          <p:cNvSpPr txBox="1"/>
          <p:nvPr/>
        </p:nvSpPr>
        <p:spPr>
          <a:xfrm>
            <a:off x="327804" y="638355"/>
            <a:ext cx="87558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-Install Now:</a:t>
            </a:r>
            <a:r>
              <a:rPr lang="en-US" dirty="0"/>
              <a:t> this option must be selected to continue the installation process.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3747907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CF2C2C-4D30-4F2C-A21D-9C4F63DD9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DC92430-D640-8CC9-83D4-D0F2B56D3E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0705" y="1030101"/>
            <a:ext cx="7630590" cy="567769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2891039-949C-B1BC-8592-E37823954F0B}"/>
              </a:ext>
            </a:extLst>
          </p:cNvPr>
          <p:cNvSpPr txBox="1"/>
          <p:nvPr/>
        </p:nvSpPr>
        <p:spPr>
          <a:xfrm>
            <a:off x="319178" y="439948"/>
            <a:ext cx="87558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Select “I accept the license term” and click on the “Next” button.</a:t>
            </a:r>
          </a:p>
        </p:txBody>
      </p:sp>
    </p:spTree>
    <p:extLst>
      <p:ext uri="{BB962C8B-B14F-4D97-AF65-F5344CB8AC3E}">
        <p14:creationId xmlns:p14="http://schemas.microsoft.com/office/powerpoint/2010/main" val="13174904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93ADDC-C28C-ACB7-32E7-DD13257B8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FBD003C-FCBF-F034-788C-BC892A5414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0667" y="1286675"/>
            <a:ext cx="7640116" cy="526806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1618694-3D59-6865-05C5-D99575B35EAB}"/>
              </a:ext>
            </a:extLst>
          </p:cNvPr>
          <p:cNvSpPr txBox="1"/>
          <p:nvPr/>
        </p:nvSpPr>
        <p:spPr>
          <a:xfrm>
            <a:off x="319177" y="439948"/>
            <a:ext cx="106277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At this point, you can choose the installation type. Click on the “Custom Install Windows Only” option. To begin the installation process(</a:t>
            </a:r>
            <a:r>
              <a:rPr lang="en-US" b="1" dirty="0"/>
              <a:t>ENTER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883284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AA54CE-6315-8213-BC54-1A7A3FCC3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39DFB44-D19B-DBCC-6DDD-5D593A2231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7942" y="1244179"/>
            <a:ext cx="6916115" cy="516327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1C5BFC0-F079-DC8E-E926-95D32D0A5996}"/>
              </a:ext>
            </a:extLst>
          </p:cNvPr>
          <p:cNvSpPr txBox="1"/>
          <p:nvPr/>
        </p:nvSpPr>
        <p:spPr>
          <a:xfrm>
            <a:off x="319177" y="439948"/>
            <a:ext cx="10627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Select the location and drive you want Windows to install on it</a:t>
            </a:r>
          </a:p>
        </p:txBody>
      </p:sp>
    </p:spTree>
    <p:extLst>
      <p:ext uri="{BB962C8B-B14F-4D97-AF65-F5344CB8AC3E}">
        <p14:creationId xmlns:p14="http://schemas.microsoft.com/office/powerpoint/2010/main" val="37329755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E21EA1-A29C-FCAF-A3C3-29C9BB28F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FFA8D4F-5688-3DCC-370B-F941369EC9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259" y="1790471"/>
            <a:ext cx="4877481" cy="327705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6DE5AF8-3E57-37C0-4E09-2468E40ACFC7}"/>
              </a:ext>
            </a:extLst>
          </p:cNvPr>
          <p:cNvSpPr txBox="1"/>
          <p:nvPr/>
        </p:nvSpPr>
        <p:spPr>
          <a:xfrm>
            <a:off x="319177" y="439948"/>
            <a:ext cx="10627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Windows installation started and you have wait for the step to be completed.</a:t>
            </a:r>
          </a:p>
        </p:txBody>
      </p:sp>
    </p:spTree>
    <p:extLst>
      <p:ext uri="{BB962C8B-B14F-4D97-AF65-F5344CB8AC3E}">
        <p14:creationId xmlns:p14="http://schemas.microsoft.com/office/powerpoint/2010/main" val="42302284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DF680F-7D58-EABE-CC80-729701D2B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18142F8-3D89-4C34-2E33-D2119832F4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8310" y="1092834"/>
            <a:ext cx="7735380" cy="532521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303EED4-458A-53A9-3B14-054F58B327F0}"/>
              </a:ext>
            </a:extLst>
          </p:cNvPr>
          <p:cNvSpPr txBox="1"/>
          <p:nvPr/>
        </p:nvSpPr>
        <p:spPr>
          <a:xfrm>
            <a:off x="319177" y="439948"/>
            <a:ext cx="10627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After finishing the first part of the installation process when all the files have been copied, restart system</a:t>
            </a:r>
          </a:p>
        </p:txBody>
      </p:sp>
    </p:spTree>
    <p:extLst>
      <p:ext uri="{BB962C8B-B14F-4D97-AF65-F5344CB8AC3E}">
        <p14:creationId xmlns:p14="http://schemas.microsoft.com/office/powerpoint/2010/main" val="37225327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3E560-043E-3F7B-BBF4-81D89CEC8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54ED6A-FE4E-321F-BF00-FFE04310EB3D}"/>
              </a:ext>
            </a:extLst>
          </p:cNvPr>
          <p:cNvSpPr txBox="1"/>
          <p:nvPr/>
        </p:nvSpPr>
        <p:spPr>
          <a:xfrm>
            <a:off x="319177" y="439948"/>
            <a:ext cx="10627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 show below, select the country you want and tap Yes.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B3976F-D389-430D-E4E1-1DBEA46873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4914" y="924784"/>
            <a:ext cx="7649643" cy="5715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7728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E0E59-133B-E677-56D5-101C437AD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5BF1ECF-FAB5-4BF4-0BAE-55A94DE87AD7}"/>
              </a:ext>
            </a:extLst>
          </p:cNvPr>
          <p:cNvSpPr txBox="1"/>
          <p:nvPr/>
        </p:nvSpPr>
        <p:spPr>
          <a:xfrm>
            <a:off x="319177" y="439948"/>
            <a:ext cx="10627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the Keyboard section, Select the language in the list below and tap YES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4CA8E5-8022-40B4-679C-1F9708C110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8135" y="926847"/>
            <a:ext cx="7668695" cy="5763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0841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692A0-2C78-7C41-ED6A-F1334C60F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50DF771-82D2-27B6-FC0B-F94663A4AA88}"/>
              </a:ext>
            </a:extLst>
          </p:cNvPr>
          <p:cNvSpPr txBox="1"/>
          <p:nvPr/>
        </p:nvSpPr>
        <p:spPr>
          <a:xfrm>
            <a:off x="319177" y="439948"/>
            <a:ext cx="10627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the Keyboard layout section, select ‘Skip’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18910F-C5F1-CD8C-CBA8-9C92DE83A6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2126" y="898905"/>
            <a:ext cx="7687748" cy="5715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0165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A4EA59-CF4C-319A-11BC-3FE71FFCD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E12314F-3BF0-8258-FD9F-DF5BEBA1B897}"/>
              </a:ext>
            </a:extLst>
          </p:cNvPr>
          <p:cNvSpPr txBox="1"/>
          <p:nvPr/>
        </p:nvSpPr>
        <p:spPr>
          <a:xfrm>
            <a:off x="319177" y="439948"/>
            <a:ext cx="10627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the Network section, select “I Don’t have internet ”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A29F2B9-9707-9ACB-82C4-4C3DCE63D9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1652" y="949763"/>
            <a:ext cx="7668695" cy="573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17248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9EBB5E-16D2-F225-7007-BEB8A8009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404FB88-E140-9774-E652-128093D7BF46}"/>
              </a:ext>
            </a:extLst>
          </p:cNvPr>
          <p:cNvSpPr txBox="1"/>
          <p:nvPr/>
        </p:nvSpPr>
        <p:spPr>
          <a:xfrm>
            <a:off x="319177" y="439948"/>
            <a:ext cx="10627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At this point, select Continue with limited setup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80463C-BE4D-3218-23B0-A05ED13E06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0023" y="877789"/>
            <a:ext cx="7649643" cy="5706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7460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32E7EB-BF51-8C20-5307-DA529D8D9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CC362A5-E874-8C32-F6DF-5A86BE79D2FA}"/>
              </a:ext>
            </a:extLst>
          </p:cNvPr>
          <p:cNvSpPr txBox="1"/>
          <p:nvPr/>
        </p:nvSpPr>
        <p:spPr>
          <a:xfrm>
            <a:off x="319177" y="439948"/>
            <a:ext cx="10627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the Account section, enter the name and press NEXT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6150E8-1337-46A2-1EB7-8313F0334E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0577" y="992896"/>
            <a:ext cx="7621064" cy="573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9184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6BD813-ADD3-0784-3CAF-ADEDC23CE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CA0B63E-DA85-E0B8-B358-449CFB396D8D}"/>
              </a:ext>
            </a:extLst>
          </p:cNvPr>
          <p:cNvSpPr txBox="1"/>
          <p:nvPr/>
        </p:nvSpPr>
        <p:spPr>
          <a:xfrm>
            <a:off x="319177" y="439948"/>
            <a:ext cx="10627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this section, you can choose a Password for windows as you wish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429A2D-F7F0-44CC-3B17-45CF61D464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5903" y="920921"/>
            <a:ext cx="7649643" cy="5706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2884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961032-A577-AA43-227B-6A921EC9B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C76C200-7FEB-9097-E04E-F36B24CA406F}"/>
              </a:ext>
            </a:extLst>
          </p:cNvPr>
          <p:cNvSpPr txBox="1"/>
          <p:nvPr/>
        </p:nvSpPr>
        <p:spPr>
          <a:xfrm>
            <a:off x="319177" y="439948"/>
            <a:ext cx="10627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Tap the accept button in the Services section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6EB43D-85FE-843C-03B7-BDBE94E69E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2126" y="875988"/>
            <a:ext cx="7687748" cy="5744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30322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838A77-B5F8-3DD5-5F70-BED2C9796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847E859-D4A6-FF4E-24F8-1EEC7476A777}"/>
              </a:ext>
            </a:extLst>
          </p:cNvPr>
          <p:cNvSpPr txBox="1"/>
          <p:nvPr/>
        </p:nvSpPr>
        <p:spPr>
          <a:xfrm>
            <a:off x="319177" y="439948"/>
            <a:ext cx="10627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Click the Accept again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FAFB2CB-D50D-0F4F-95BC-8F6EE2C1AD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9293" y="809280"/>
            <a:ext cx="7640116" cy="573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16969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2EDE37-41CC-7D3F-C92C-F25F5FDA8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4423B57-7D62-7F9F-E9FE-7C65CC208442}"/>
              </a:ext>
            </a:extLst>
          </p:cNvPr>
          <p:cNvSpPr txBox="1"/>
          <p:nvPr/>
        </p:nvSpPr>
        <p:spPr>
          <a:xfrm>
            <a:off x="319177" y="439948"/>
            <a:ext cx="10627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Wait a fer minutes for your windows to load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983F80-1393-E64E-387F-5D423A5F3C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5942" y="948600"/>
            <a:ext cx="7640116" cy="5668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74797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30BA9-0F70-A3E6-058A-5B5CF17D4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68E4BB8-399A-60A9-7C2B-BA186BF15A33}"/>
              </a:ext>
            </a:extLst>
          </p:cNvPr>
          <p:cNvSpPr txBox="1"/>
          <p:nvPr/>
        </p:nvSpPr>
        <p:spPr>
          <a:xfrm>
            <a:off x="319177" y="439948"/>
            <a:ext cx="10627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installation process is finished and windows 10 is loaded for the first time.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8E26C84-A0F4-E3F3-8969-B3FD7146B1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0705" y="925684"/>
            <a:ext cx="7630590" cy="5696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19571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407</TotalTime>
  <Words>243</Words>
  <Application>Microsoft Office PowerPoint</Application>
  <PresentationFormat>Widescreen</PresentationFormat>
  <Paragraphs>18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Buhat, Alvin (Student)</dc:creator>
  <cp:lastModifiedBy>Buhat, Alvin (Student)</cp:lastModifiedBy>
  <cp:revision>9</cp:revision>
  <dcterms:created xsi:type="dcterms:W3CDTF">2025-07-30T10:42:28Z</dcterms:created>
  <dcterms:modified xsi:type="dcterms:W3CDTF">2025-08-19T08:52:09Z</dcterms:modified>
</cp:coreProperties>
</file>